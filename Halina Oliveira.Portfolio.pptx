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7" r:id="rId10"/>
    <p:sldId id="263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halina-oliveira" TargetMode="External"/><Relationship Id="rId2" Type="http://schemas.openxmlformats.org/officeDocument/2006/relationships/hyperlink" Target="mailto:halina.oliveira2021@gmail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s://github.com/Halina2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2766C9-350C-BE6E-6447-9C77CBFBA6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4451" y="2532184"/>
            <a:ext cx="8361229" cy="1256022"/>
          </a:xfrm>
        </p:spPr>
        <p:txBody>
          <a:bodyPr/>
          <a:lstStyle/>
          <a:p>
            <a:r>
              <a:rPr lang="pt-BR" dirty="0"/>
              <a:t>Halina Oliveira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9792C6-4F18-4445-1FAC-4FB5A1F2A1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8365" y="3788206"/>
            <a:ext cx="3575270" cy="685320"/>
          </a:xfrm>
        </p:spPr>
        <p:txBody>
          <a:bodyPr>
            <a:normAutofit lnSpcReduction="10000"/>
          </a:bodyPr>
          <a:lstStyle/>
          <a:p>
            <a:r>
              <a:rPr lang="pt-BR" sz="4000" dirty="0"/>
              <a:t>Portfólio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77948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0FF4F7-FC38-60CD-CC26-77FE58F2B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345788"/>
            <a:ext cx="6450037" cy="3281289"/>
          </a:xfrm>
        </p:spPr>
        <p:txBody>
          <a:bodyPr>
            <a:noAutofit/>
          </a:bodyPr>
          <a:lstStyle/>
          <a:p>
            <a:r>
              <a:rPr lang="pt-BR" sz="2400" dirty="0"/>
              <a:t>Tenho 26 anos, atualmente moro em Uberlândia/MG. Sou apaixonada por tecnologia, movida pela curiosidade de entender como os sistemas funcionam e sempre disposta a contribuir ativamente na solução de problemas. Tenho perfil proativo, analítico e colaborativo, buscando constantemente evolução técnica e profissional.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5F4ABCA1-064D-E032-5719-92F4088B23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04517" y="791774"/>
            <a:ext cx="3781899" cy="5209204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D2F8521-8567-6DA8-93B5-247D6D1E8F0B}"/>
              </a:ext>
            </a:extLst>
          </p:cNvPr>
          <p:cNvSpPr txBox="1"/>
          <p:nvPr/>
        </p:nvSpPr>
        <p:spPr>
          <a:xfrm>
            <a:off x="1371600" y="697134"/>
            <a:ext cx="3221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/>
              <a:t>Halina Oliveira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FDAE295-E2BA-9DA5-6CE2-8D8947339211}"/>
              </a:ext>
            </a:extLst>
          </p:cNvPr>
          <p:cNvSpPr txBox="1"/>
          <p:nvPr/>
        </p:nvSpPr>
        <p:spPr>
          <a:xfrm>
            <a:off x="1371600" y="1730327"/>
            <a:ext cx="1894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Sobre Mim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427381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951DF3-9B4D-0122-5588-7269C2D9C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756" y="372289"/>
            <a:ext cx="2046849" cy="524022"/>
          </a:xfrm>
        </p:spPr>
        <p:txBody>
          <a:bodyPr>
            <a:normAutofit fontScale="90000"/>
          </a:bodyPr>
          <a:lstStyle/>
          <a:p>
            <a:r>
              <a:rPr lang="pt-BR" sz="3200" dirty="0"/>
              <a:t>Educação</a:t>
            </a:r>
            <a:endParaRPr lang="pt-B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ABCB054-4759-51C7-5C0B-21AD55AB85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0757" y="1980131"/>
            <a:ext cx="5831058" cy="14034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pt-BR" dirty="0"/>
              <a:t>Tecnólogo em Banco de Dados – Universidade </a:t>
            </a:r>
            <a:r>
              <a:rPr lang="pt-BR" dirty="0" err="1"/>
              <a:t>Unicesumar</a:t>
            </a:r>
            <a:r>
              <a:rPr lang="pt-BR" dirty="0"/>
              <a:t> (2025–2027) Cursando – foco em administração, modelagem e segurança de dados</a:t>
            </a:r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B7B4B8C-5AB8-9627-63E6-0B6B1FF4E13F}"/>
              </a:ext>
            </a:extLst>
          </p:cNvPr>
          <p:cNvSpPr txBox="1"/>
          <p:nvPr/>
        </p:nvSpPr>
        <p:spPr>
          <a:xfrm>
            <a:off x="6013939" y="1658202"/>
            <a:ext cx="4621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D3193BA-BA2C-E6A1-25A9-F6C2AD3A9581}"/>
              </a:ext>
            </a:extLst>
          </p:cNvPr>
          <p:cNvSpPr txBox="1"/>
          <p:nvPr/>
        </p:nvSpPr>
        <p:spPr>
          <a:xfrm>
            <a:off x="780757" y="3639959"/>
            <a:ext cx="3868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Fundamentos e Administração de Banco de Dados – </a:t>
            </a:r>
            <a:r>
              <a:rPr lang="pt-BR" dirty="0" err="1"/>
              <a:t>Udemy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35C49C6-1545-BA93-7372-203448052582}"/>
              </a:ext>
            </a:extLst>
          </p:cNvPr>
          <p:cNvSpPr txBox="1"/>
          <p:nvPr/>
        </p:nvSpPr>
        <p:spPr>
          <a:xfrm>
            <a:off x="780756" y="5093312"/>
            <a:ext cx="3868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Fundamentos de Ciência de Dados – Hashtag Treinamentos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EF13A8F-277B-93B8-2D84-2C431EB15171}"/>
              </a:ext>
            </a:extLst>
          </p:cNvPr>
          <p:cNvSpPr txBox="1"/>
          <p:nvPr/>
        </p:nvSpPr>
        <p:spPr>
          <a:xfrm>
            <a:off x="780757" y="1441522"/>
            <a:ext cx="15330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Faculdade</a:t>
            </a:r>
            <a:endParaRPr lang="pt-BR" b="1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963AA9-1293-7861-65E9-755EFD7DECA0}"/>
              </a:ext>
            </a:extLst>
          </p:cNvPr>
          <p:cNvSpPr txBox="1"/>
          <p:nvPr/>
        </p:nvSpPr>
        <p:spPr>
          <a:xfrm>
            <a:off x="780757" y="3229703"/>
            <a:ext cx="337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Cursos Complementares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87FFB69-CC96-0D8F-F6FF-74AECE1B1F72}"/>
              </a:ext>
            </a:extLst>
          </p:cNvPr>
          <p:cNvSpPr txBox="1"/>
          <p:nvPr/>
        </p:nvSpPr>
        <p:spPr>
          <a:xfrm>
            <a:off x="780757" y="4578809"/>
            <a:ext cx="337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Cursos Complementares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B05A71CF-B5A8-31A4-632C-839550D8D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6239" y="634300"/>
            <a:ext cx="3868615" cy="585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708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A89D64-CD67-749A-3D1B-7FA27FBE6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8809" y="2665828"/>
            <a:ext cx="2848708" cy="763172"/>
          </a:xfrm>
        </p:spPr>
        <p:txBody>
          <a:bodyPr/>
          <a:lstStyle/>
          <a:p>
            <a:r>
              <a:rPr lang="pt-BR" dirty="0"/>
              <a:t>Hard Skills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C041C1-DC7F-18E5-B525-A88584A95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3462" y="1329397"/>
            <a:ext cx="5732587" cy="4593101"/>
          </a:xfrm>
        </p:spPr>
        <p:txBody>
          <a:bodyPr>
            <a:normAutofit/>
          </a:bodyPr>
          <a:lstStyle/>
          <a:p>
            <a:r>
              <a:rPr lang="pt-BR" sz="2800" dirty="0"/>
              <a:t>Criação e manutenção de bancos de dados relacionais</a:t>
            </a:r>
          </a:p>
          <a:p>
            <a:r>
              <a:rPr lang="pt-BR" sz="2800" dirty="0"/>
              <a:t>Escrita de consultas SQL otimizadas</a:t>
            </a:r>
          </a:p>
          <a:p>
            <a:r>
              <a:rPr lang="pt-BR" sz="2800" dirty="0"/>
              <a:t>Normalização de dados</a:t>
            </a:r>
          </a:p>
          <a:p>
            <a:r>
              <a:rPr lang="pt-BR" sz="2800" dirty="0"/>
              <a:t>Automação com Python para dados</a:t>
            </a:r>
          </a:p>
          <a:p>
            <a:r>
              <a:rPr lang="pt-BR" sz="2800" dirty="0"/>
              <a:t>Documentação técnica</a:t>
            </a:r>
          </a:p>
        </p:txBody>
      </p:sp>
    </p:spTree>
    <p:extLst>
      <p:ext uri="{BB962C8B-B14F-4D97-AF65-F5344CB8AC3E}">
        <p14:creationId xmlns:p14="http://schemas.microsoft.com/office/powerpoint/2010/main" val="1153578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505F73-8481-A798-F2E8-2EFB87447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1716" y="2623624"/>
            <a:ext cx="2736166" cy="805375"/>
          </a:xfrm>
        </p:spPr>
        <p:txBody>
          <a:bodyPr/>
          <a:lstStyle/>
          <a:p>
            <a:r>
              <a:rPr lang="pt-BR" dirty="0"/>
              <a:t>Soft Skills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BAF460-A2AC-2C6B-B71B-FAA3D79C6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2277" y="1506415"/>
            <a:ext cx="4724400" cy="3039794"/>
          </a:xfrm>
        </p:spPr>
        <p:txBody>
          <a:bodyPr>
            <a:noAutofit/>
          </a:bodyPr>
          <a:lstStyle/>
          <a:p>
            <a:r>
              <a:rPr lang="pt-BR" sz="2800" dirty="0"/>
              <a:t>Atenção aos detalhes</a:t>
            </a:r>
          </a:p>
          <a:p>
            <a:r>
              <a:rPr lang="pt-BR" sz="2800" dirty="0"/>
              <a:t>Facilidade de aprendizado</a:t>
            </a:r>
          </a:p>
          <a:p>
            <a:r>
              <a:rPr lang="pt-BR" sz="2800" dirty="0"/>
              <a:t>Responsabilidade com dados sensíveis</a:t>
            </a:r>
          </a:p>
          <a:p>
            <a:r>
              <a:rPr lang="pt-BR" sz="2800" dirty="0"/>
              <a:t>Boa comunicação</a:t>
            </a:r>
          </a:p>
          <a:p>
            <a:r>
              <a:rPr lang="pt-BR" sz="2800" dirty="0"/>
              <a:t>Gestão de Prioridades e Proatividade</a:t>
            </a:r>
          </a:p>
        </p:txBody>
      </p:sp>
    </p:spTree>
    <p:extLst>
      <p:ext uri="{BB962C8B-B14F-4D97-AF65-F5344CB8AC3E}">
        <p14:creationId xmlns:p14="http://schemas.microsoft.com/office/powerpoint/2010/main" val="2204816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51BB7F-C1C6-9E4C-A357-BBFE6692B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Experiência Prática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48EF70-08A5-A2C6-A14A-21B40F70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2637692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pt-BR" sz="2400" dirty="0"/>
              <a:t>Busco minha primeira oportunidade na área de dados, com foco em SQL, análise de dados operacionais e bancos de dados relacionais.</a:t>
            </a:r>
          </a:p>
          <a:p>
            <a:pPr marL="0" indent="0" algn="ctr">
              <a:buNone/>
            </a:pPr>
            <a:r>
              <a:rPr lang="pt-BR" sz="2400" dirty="0"/>
              <a:t>Desenvolvo projetos próprios que simulam cenários corporativos, envolvendo modelagem de dados, consultas analíticas, automação e análise de performance em MySQL e PostgreSQL, com apoio de Python.</a:t>
            </a:r>
          </a:p>
          <a:p>
            <a:pPr marL="0" indent="0" algn="ctr">
              <a:buNone/>
            </a:pPr>
            <a:r>
              <a:rPr lang="pt-BR" sz="2400" dirty="0"/>
              <a:t>Essa prática contínua visa consolidar uma base técnica para atuação como Analista de Dados SQL / Analista de Banco de Dados Júnior.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2482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107F44-9E29-A0C8-8E33-CDA94C38E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3884" y="440201"/>
            <a:ext cx="8623495" cy="1100798"/>
          </a:xfrm>
        </p:spPr>
        <p:txBody>
          <a:bodyPr>
            <a:noAutofit/>
          </a:bodyPr>
          <a:lstStyle/>
          <a:p>
            <a:pPr algn="ctr"/>
            <a:r>
              <a:rPr lang="pt-BR" sz="4000" b="1" dirty="0"/>
              <a:t>Sistema de Inteligência de Vendas e Controle de Estoque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6619E3-64F6-E5C6-8EA8-55F8AE0A0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pt-BR" sz="2400" dirty="0"/>
              <a:t>O objetivo é simular um ambiente corporativo real, unindo a robustez do PostgreSQL à agilidade na tomada de decisão. </a:t>
            </a:r>
          </a:p>
          <a:p>
            <a:pPr marL="0" indent="0" algn="ctr">
              <a:buNone/>
            </a:pPr>
            <a:r>
              <a:rPr lang="pt-BR" sz="2400" dirty="0"/>
              <a:t>Realizei a inserção de dados em massa para gerar volume, permitindo testes reais de performance e criação de KPIs. Estruturei queries em SQL para converter dados brutos em inteligência, focando em monitoramento financeiro e controle logístico.</a:t>
            </a:r>
          </a:p>
          <a:p>
            <a:pPr marL="0" indent="0" algn="ctr">
              <a:buNone/>
            </a:pPr>
            <a:r>
              <a:rPr lang="pt-BR" sz="2400" dirty="0"/>
              <a:t>O resultado final é um fluxo que identifica desde o faturamento total até alertas críticos de reposição de estoque.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2527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6AE7934D-D9DD-FB92-EFB7-21DBF2A8DA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D449E19-8763-78BC-BE83-E2C78954654D}"/>
              </a:ext>
            </a:extLst>
          </p:cNvPr>
          <p:cNvSpPr txBox="1"/>
          <p:nvPr/>
        </p:nvSpPr>
        <p:spPr>
          <a:xfrm rot="10800000" flipV="1">
            <a:off x="1560999" y="134537"/>
            <a:ext cx="93748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Com um faturamento identificado de R$ 213.590,14, a análise de dados permitiu localizar gargalos financeiros importantes. O monitoramento de pedidos pendentes e cancelados revelou uma taxa crítica de desistência em métodos específicos (como Pix e Boleto), apontando oportunidades de melhoria no processo de checkout e na conversão de vendas.</a:t>
            </a:r>
          </a:p>
        </p:txBody>
      </p:sp>
      <p:pic>
        <p:nvPicPr>
          <p:cNvPr id="11" name="Espaço Reservado para Conteúdo 10">
            <a:extLst>
              <a:ext uri="{FF2B5EF4-FFF2-40B4-BE49-F238E27FC236}">
                <a16:creationId xmlns:a16="http://schemas.microsoft.com/office/drawing/2014/main" id="{67C949F5-1E05-7996-8D7C-33B7371853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90731" y="2446886"/>
            <a:ext cx="8665867" cy="4276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24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63B394-6D90-34CD-929F-B51FE48AB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60120"/>
          </a:xfrm>
        </p:spPr>
        <p:txBody>
          <a:bodyPr>
            <a:normAutofit/>
          </a:bodyPr>
          <a:lstStyle/>
          <a:p>
            <a:r>
              <a:rPr lang="pt-BR" sz="4000" dirty="0"/>
              <a:t>Diagnóstico de Perda de Receita via SQL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24EC12-A0C4-F949-49DB-39BA9C3AE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30791"/>
            <a:ext cx="4086665" cy="424140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400" dirty="0"/>
              <a:t>Desenvolvi uma consulta para extrair e somar o valor total de pedidos que não foram convertidos (status 'Cancelado' ou 'Pendente’)</a:t>
            </a:r>
          </a:p>
          <a:p>
            <a:pPr marL="0" indent="0">
              <a:buNone/>
            </a:pPr>
            <a:r>
              <a:rPr lang="pt-BR" sz="2400" dirty="0"/>
              <a:t>A análise permitiu identificar um prejuízo acumulado de mais de R$ 523 mil, fornecendo os dados necessários para que a equipe de marketing e tecnologia crie estratégias de recuperação de carrinho.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28C1DAB-A61D-CFCF-5844-386AC9B94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00987" y="2701435"/>
            <a:ext cx="6021272" cy="1984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35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824FB-4221-A84E-4A42-021F3215D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175" y="449240"/>
            <a:ext cx="9805182" cy="788717"/>
          </a:xfrm>
        </p:spPr>
        <p:txBody>
          <a:bodyPr>
            <a:noAutofit/>
          </a:bodyPr>
          <a:lstStyle/>
          <a:p>
            <a:pPr algn="ctr"/>
            <a:r>
              <a:rPr lang="pt-BR" sz="4000" b="1" dirty="0"/>
              <a:t>Análise de Perdas e Oportunidades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6CF246AF-E08E-093A-DBF4-D853FB5B01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57292" y="3806484"/>
            <a:ext cx="5134708" cy="2745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D3CC52FB-EAB2-A785-490A-11B7B2FD78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875649" cy="3875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484C5F-9B4A-795E-5749-7AFE3DD74A3D}"/>
              </a:ext>
            </a:extLst>
          </p:cNvPr>
          <p:cNvSpPr txBox="1"/>
          <p:nvPr/>
        </p:nvSpPr>
        <p:spPr>
          <a:xfrm>
            <a:off x="1405597" y="1681910"/>
            <a:ext cx="10523806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0" i="0" dirty="0">
                <a:effectLst/>
              </a:rPr>
              <a:t>Através do tratamento de dados brutos, quantificamos um custo de oportunidade de R$ 523.680,45. Esta análise é o primeiro passo para estratégias de recuperação de carrinho e aumento direto da receita líquida da empresa</a:t>
            </a:r>
            <a:br>
              <a:rPr lang="pt-BR" sz="2400" b="0" i="0" dirty="0">
                <a:effectLst/>
              </a:rPr>
            </a:br>
            <a:r>
              <a:rPr lang="pt-BR" sz="2400" dirty="0"/>
              <a:t>Identificação de perda de receita: 203 pedidos não convertidos geraram um impacto negativo de R$ 523 mil. Análise essencial para direcionar esforços de marketing e tecnologia na recuperação de vendas</a:t>
            </a:r>
            <a:r>
              <a:rPr lang="pt-BR" sz="2800" dirty="0"/>
              <a:t>.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ADE448EA-1452-E989-4DED-301138FAA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-399" r="1603" b="3240"/>
          <a:stretch>
            <a:fillRect/>
          </a:stretch>
        </p:blipFill>
        <p:spPr>
          <a:xfrm>
            <a:off x="2612537" y="4951006"/>
            <a:ext cx="7980435" cy="1457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256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4E641E-BCAF-C981-2CF1-6784B87C7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2919046" cy="763172"/>
          </a:xfrm>
        </p:spPr>
        <p:txBody>
          <a:bodyPr>
            <a:noAutofit/>
          </a:bodyPr>
          <a:lstStyle/>
          <a:p>
            <a:r>
              <a:rPr lang="pt-BR" sz="4000" b="1" dirty="0"/>
              <a:t>Conclusão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E2BE94-26CB-24DC-5EB2-0ABE8E5E8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046849"/>
            <a:ext cx="9601200" cy="3886200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pt-BR" sz="2600" dirty="0"/>
              <a:t>Este projeto demonstrou como a estruturação correta de um banco de dados PostgreSQL e a análise estratégica de BI podem transformar números brutos em ações concretas. Ao identificar um potencial de faturamento de mais de R$ 500 mil em oportunidades de recuperação, provei que a inteligência de dados é o principal motor para a redução de perdas e o aumento da eficiência operacional.</a:t>
            </a:r>
          </a:p>
          <a:p>
            <a:pPr marL="0" indent="0" algn="ctr">
              <a:buNone/>
            </a:pPr>
            <a:r>
              <a:rPr lang="pt-BR" sz="2600" dirty="0"/>
              <a:t>Estou em busca de novos desafios onde eu possa aplicar esse rigor técnico e visão analítica para ajudar a otimizar processos, garantir a integridade das informações e impulsionar seus resultados financeiros.</a:t>
            </a:r>
          </a:p>
          <a:p>
            <a:pPr marL="0" indent="0">
              <a:buNone/>
            </a:pP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3961953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D67465-BC1E-60D8-61D1-E6C68FD39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2201594" cy="692834"/>
          </a:xfrm>
        </p:spPr>
        <p:txBody>
          <a:bodyPr>
            <a:normAutofit/>
          </a:bodyPr>
          <a:lstStyle/>
          <a:p>
            <a:r>
              <a:rPr lang="pt-BR" sz="4000" dirty="0"/>
              <a:t>Contato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C92F03-D970-A16F-2BF4-FF753C58D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053883"/>
            <a:ext cx="4157003" cy="3813517"/>
          </a:xfrm>
        </p:spPr>
        <p:txBody>
          <a:bodyPr/>
          <a:lstStyle/>
          <a:p>
            <a:pPr marL="0" indent="0">
              <a:buNone/>
            </a:pPr>
            <a:r>
              <a:rPr lang="pt-BR" b="1" dirty="0"/>
              <a:t>E-mail</a:t>
            </a:r>
          </a:p>
          <a:p>
            <a:pPr marL="0" indent="0">
              <a:buNone/>
            </a:pPr>
            <a:r>
              <a:rPr lang="pt-BR" dirty="0">
                <a:hlinkClick r:id="rId2"/>
              </a:rPr>
              <a:t>halina.oliveira2021@gmail.com</a:t>
            </a:r>
            <a:endParaRPr lang="pt-BR" dirty="0"/>
          </a:p>
          <a:p>
            <a:pPr marL="0" indent="0">
              <a:buNone/>
            </a:pPr>
            <a:r>
              <a:rPr lang="pt-BR" b="1" dirty="0"/>
              <a:t>Celular</a:t>
            </a:r>
          </a:p>
          <a:p>
            <a:pPr marL="0" indent="0">
              <a:buNone/>
            </a:pPr>
            <a:r>
              <a:rPr lang="pt-BR" dirty="0"/>
              <a:t>(34)99803-6421</a:t>
            </a:r>
          </a:p>
          <a:p>
            <a:pPr marL="0" indent="0">
              <a:buNone/>
            </a:pPr>
            <a:r>
              <a:rPr lang="pt-BR" b="1" dirty="0"/>
              <a:t>Linkedin</a:t>
            </a:r>
          </a:p>
          <a:p>
            <a:pPr marL="0" indent="0">
              <a:buNone/>
            </a:pPr>
            <a:r>
              <a:rPr lang="pt-BR" dirty="0"/>
              <a:t> </a:t>
            </a:r>
            <a:r>
              <a:rPr lang="pt-BR" dirty="0">
                <a:hlinkClick r:id="rId3"/>
              </a:rPr>
              <a:t>www.linkedin.com/in/halina-oliveira</a:t>
            </a:r>
            <a:endParaRPr lang="pt-BR" dirty="0"/>
          </a:p>
          <a:p>
            <a:pPr marL="0" indent="0">
              <a:buNone/>
            </a:pPr>
            <a:r>
              <a:rPr lang="pt-BR" b="1" dirty="0"/>
              <a:t>GitHub</a:t>
            </a:r>
          </a:p>
          <a:p>
            <a:pPr marL="0" indent="0">
              <a:buNone/>
            </a:pPr>
            <a:r>
              <a:rPr lang="pt-BR" dirty="0">
                <a:hlinkClick r:id="rId4"/>
              </a:rPr>
              <a:t>github.com/Halina23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471E820-F163-BAC1-666E-D8F0B97662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6842" y="1378634"/>
            <a:ext cx="3750869" cy="516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081706"/>
      </p:ext>
    </p:extLst>
  </p:cSld>
  <p:clrMapOvr>
    <a:masterClrMapping/>
  </p:clrMapOvr>
</p:sld>
</file>

<file path=ppt/theme/theme1.xml><?xml version="1.0" encoding="utf-8"?>
<a:theme xmlns:a="http://schemas.openxmlformats.org/drawingml/2006/main" name="Cortar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{22A41757-F59C-430D-9553-9C8F817092E1}TFc3084226-2d0c-440f-9f46-6b48c7a7f6702f1ae8ee-a396ae1b098f</Template>
  <TotalTime>1485</TotalTime>
  <Words>643</Words>
  <Application>Microsoft Office PowerPoint</Application>
  <PresentationFormat>Widescreen</PresentationFormat>
  <Paragraphs>50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4" baseType="lpstr">
      <vt:lpstr>Franklin Gothic Book</vt:lpstr>
      <vt:lpstr>Cortar</vt:lpstr>
      <vt:lpstr>Halina Oliveira</vt:lpstr>
      <vt:lpstr>Tenho 26 anos, atualmente moro em Uberlândia/MG. Sou apaixonada por tecnologia, movida pela curiosidade de entender como os sistemas funcionam e sempre disposta a contribuir ativamente na solução de problemas. Tenho perfil proativo, analítico e colaborativo, buscando constantemente evolução técnica e profissional.</vt:lpstr>
      <vt:lpstr>Educação</vt:lpstr>
      <vt:lpstr>Hard Skills</vt:lpstr>
      <vt:lpstr>Soft Skills</vt:lpstr>
      <vt:lpstr>Experiência Prática</vt:lpstr>
      <vt:lpstr>Sistema de Inteligência de Vendas e Controle de Estoque</vt:lpstr>
      <vt:lpstr>Apresentação do PowerPoint</vt:lpstr>
      <vt:lpstr>Diagnóstico de Perda de Receita via SQL</vt:lpstr>
      <vt:lpstr>Análise de Perdas e Oportunidades</vt:lpstr>
      <vt:lpstr>Conclusão</vt:lpstr>
      <vt:lpstr>Contato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Halina Oliveira</dc:creator>
  <cp:lastModifiedBy>Halina Oliveira</cp:lastModifiedBy>
  <cp:revision>4</cp:revision>
  <dcterms:created xsi:type="dcterms:W3CDTF">2026-01-22T15:25:42Z</dcterms:created>
  <dcterms:modified xsi:type="dcterms:W3CDTF">2026-01-26T22:39:54Z</dcterms:modified>
</cp:coreProperties>
</file>