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70" r:id="rId7"/>
    <p:sldId id="271" r:id="rId8"/>
    <p:sldId id="273" r:id="rId9"/>
    <p:sldId id="274" r:id="rId10"/>
    <p:sldId id="275" r:id="rId11"/>
    <p:sldId id="276" r:id="rId12"/>
    <p:sldId id="265" r:id="rId13"/>
    <p:sldId id="268" r:id="rId14"/>
    <p:sldId id="26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3/12/2026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‹nº›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pt-BR"/>
            </a:p>
          </p:txBody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çã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3/12/2026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pt-BR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3/12/2026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3/12/2026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3/12/2026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3/12/2026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halina-oliveira" TargetMode="External"/><Relationship Id="rId2" Type="http://schemas.openxmlformats.org/officeDocument/2006/relationships/hyperlink" Target="mailto:halina.oliveira2021@gmail.com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hyperlink" Target="https://github.com/Halina23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2766C9-350C-BE6E-6447-9C77CBFBA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4451" y="2532184"/>
            <a:ext cx="8361229" cy="1256022"/>
          </a:xfrm>
        </p:spPr>
        <p:txBody>
          <a:bodyPr/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Halina Oliveira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39792C6-4F18-4445-1FAC-4FB5A1F2A1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4451" y="3788206"/>
            <a:ext cx="8643098" cy="685320"/>
          </a:xfrm>
        </p:spPr>
        <p:txBody>
          <a:bodyPr>
            <a:normAutofit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Análise de Dados | SQL | Python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7948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0FF4F7-FC38-60CD-CC26-77FE58F2B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345788"/>
            <a:ext cx="6450037" cy="2320221"/>
          </a:xfrm>
        </p:spPr>
        <p:txBody>
          <a:bodyPr>
            <a:noAutofit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Estudante de Banco de Dados com foco em análise de dados e SQL. Desenvolvo projetos próprios utilizando PostgreSQL, Python e ferramentas de análise para explorar dados de vendas, identificar padrões e gerar insights de negócio.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F4ABCA1-064D-E032-5719-92F4088B23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04517" y="791774"/>
            <a:ext cx="3781899" cy="5209204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ED2F8521-8567-6DA8-93B5-247D6D1E8F0B}"/>
              </a:ext>
            </a:extLst>
          </p:cNvPr>
          <p:cNvSpPr txBox="1"/>
          <p:nvPr/>
        </p:nvSpPr>
        <p:spPr>
          <a:xfrm>
            <a:off x="1371599" y="683933"/>
            <a:ext cx="32215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Halina Oliveira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FDAE295-E2BA-9DA5-6CE2-8D8947339211}"/>
              </a:ext>
            </a:extLst>
          </p:cNvPr>
          <p:cNvSpPr txBox="1"/>
          <p:nvPr/>
        </p:nvSpPr>
        <p:spPr>
          <a:xfrm>
            <a:off x="1371600" y="1730327"/>
            <a:ext cx="18944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Sobre Mim</a:t>
            </a:r>
            <a:endParaRPr lang="pt-BR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73811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951DF3-9B4D-0122-5588-7269C2D9C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0756" y="391010"/>
            <a:ext cx="5831058" cy="524022"/>
          </a:xfrm>
        </p:spPr>
        <p:txBody>
          <a:bodyPr>
            <a:noAutofit/>
          </a:bodyPr>
          <a:lstStyle/>
          <a:p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Educação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ABCB054-4759-51C7-5C0B-21AD55AB859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80756" y="1781772"/>
            <a:ext cx="5831058" cy="960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Graduação em Banco de Dados – Universidade Unicesumar (2025–2027) Cursando – foco em administração, modelagem e segurança de dados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B7B4B8C-5AB8-9627-63E6-0B6B1FF4E13F}"/>
              </a:ext>
            </a:extLst>
          </p:cNvPr>
          <p:cNvSpPr txBox="1"/>
          <p:nvPr/>
        </p:nvSpPr>
        <p:spPr>
          <a:xfrm>
            <a:off x="6013939" y="1658202"/>
            <a:ext cx="4621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D3193BA-BA2C-E6A1-25A9-F6C2AD3A9581}"/>
              </a:ext>
            </a:extLst>
          </p:cNvPr>
          <p:cNvSpPr txBox="1"/>
          <p:nvPr/>
        </p:nvSpPr>
        <p:spPr>
          <a:xfrm>
            <a:off x="780756" y="3559753"/>
            <a:ext cx="688613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• Fundamentos de Ciência de Dados — Hashtag Treinamentos</a:t>
            </a:r>
            <a:br>
              <a:rPr lang="pt-BR" sz="2000" dirty="0"/>
            </a:br>
            <a:r>
              <a:rPr lang="pt-BR" sz="2000" dirty="0"/>
              <a:t>• Introdução à Ciência de Dados — Santander Academy</a:t>
            </a:r>
            <a:br>
              <a:rPr lang="pt-BR" sz="2000" dirty="0"/>
            </a:br>
            <a:r>
              <a:rPr lang="pt-BR" sz="2000" dirty="0"/>
              <a:t>• Power BI — Santander Academy</a:t>
            </a:r>
            <a:br>
              <a:rPr lang="pt-BR" sz="2000" dirty="0"/>
            </a:br>
            <a:r>
              <a:rPr lang="pt-BR" sz="2000" dirty="0"/>
              <a:t>• Fundamentos e Administração de Banco de Dados — Udemy</a:t>
            </a:r>
            <a:endParaRPr lang="pt-BR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AEF13A8F-277B-93B8-2D84-2C431EB15171}"/>
              </a:ext>
            </a:extLst>
          </p:cNvPr>
          <p:cNvSpPr txBox="1"/>
          <p:nvPr/>
        </p:nvSpPr>
        <p:spPr>
          <a:xfrm>
            <a:off x="780756" y="1262100"/>
            <a:ext cx="17059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Faculdade</a:t>
            </a:r>
            <a:endParaRPr lang="pt-BR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F963AA9-1293-7861-65E9-755EFD7DECA0}"/>
              </a:ext>
            </a:extLst>
          </p:cNvPr>
          <p:cNvSpPr txBox="1"/>
          <p:nvPr/>
        </p:nvSpPr>
        <p:spPr>
          <a:xfrm>
            <a:off x="780756" y="2960164"/>
            <a:ext cx="38298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Cursos Complementares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B05A71CF-B5A8-31A4-632C-839550D8D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6239" y="634300"/>
            <a:ext cx="3868615" cy="5850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7088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A89D64-CD67-749A-3D1B-7FA27FBE6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8865" y="953963"/>
            <a:ext cx="4126520" cy="490611"/>
          </a:xfrm>
        </p:spPr>
        <p:txBody>
          <a:bodyPr>
            <a:noAutofit/>
          </a:bodyPr>
          <a:lstStyle/>
          <a:p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Hard Skills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2C041C1-DC7F-18E5-B525-A88584A952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9905" y="1772530"/>
            <a:ext cx="4593104" cy="4234376"/>
          </a:xfrm>
        </p:spPr>
        <p:txBody>
          <a:bodyPr>
            <a:normAutofit lnSpcReduction="10000"/>
          </a:bodyPr>
          <a:lstStyle/>
          <a:p>
            <a:pPr marL="342900" indent="-342900" defTabSz="457200">
              <a:buFont typeface="Wingdings" panose="05000000000000000000" pitchFamily="2" charset="2"/>
              <a:buChar char="§"/>
            </a:pPr>
            <a:r>
              <a:rPr lang="pt-BR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Criação e manutenção de bancos de dados relacionais</a:t>
            </a:r>
            <a:br>
              <a:rPr lang="pt-BR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t-BR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defTabSz="457200">
              <a:buFont typeface="Wingdings" panose="05000000000000000000" pitchFamily="2" charset="2"/>
              <a:buChar char="§"/>
            </a:pPr>
            <a:r>
              <a:rPr lang="pt-BR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Escrita de consultas SQL otimizadas</a:t>
            </a:r>
            <a:br>
              <a:rPr lang="pt-BR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t-BR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defTabSz="457200">
              <a:buFont typeface="Wingdings" panose="05000000000000000000" pitchFamily="2" charset="2"/>
              <a:buChar char="§"/>
            </a:pPr>
            <a:r>
              <a:rPr lang="pt-BR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Normalização de dados</a:t>
            </a:r>
            <a:br>
              <a:rPr lang="pt-BR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t-BR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defTabSz="457200">
              <a:buFont typeface="Wingdings" panose="05000000000000000000" pitchFamily="2" charset="2"/>
              <a:buChar char="§"/>
            </a:pPr>
            <a:r>
              <a:rPr lang="pt-BR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Automação com Python para dados</a:t>
            </a:r>
            <a:br>
              <a:rPr lang="pt-BR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t-BR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446526F-D887-98FF-0203-1FA5D88DA0FE}"/>
              </a:ext>
            </a:extLst>
          </p:cNvPr>
          <p:cNvSpPr txBox="1"/>
          <p:nvPr/>
        </p:nvSpPr>
        <p:spPr>
          <a:xfrm>
            <a:off x="8060787" y="876104"/>
            <a:ext cx="26587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Soft</a:t>
            </a:r>
            <a:r>
              <a:rPr lang="pt-BR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Skills</a:t>
            </a:r>
            <a:endParaRPr lang="pt-BR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68B8905-41BF-A615-0F38-C62EAD0ED6D8}"/>
              </a:ext>
            </a:extLst>
          </p:cNvPr>
          <p:cNvSpPr txBox="1"/>
          <p:nvPr/>
        </p:nvSpPr>
        <p:spPr>
          <a:xfrm>
            <a:off x="7805810" y="1716258"/>
            <a:ext cx="392664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Atenção aos detalhes</a:t>
            </a:r>
            <a:b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t-BR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Facilidade de aprendizado</a:t>
            </a:r>
            <a:b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t-BR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Responsabilidade com dados sensíveis</a:t>
            </a:r>
            <a:b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t-BR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Gestão de prioridades e proatividade</a:t>
            </a:r>
          </a:p>
        </p:txBody>
      </p:sp>
    </p:spTree>
    <p:extLst>
      <p:ext uri="{BB962C8B-B14F-4D97-AF65-F5344CB8AC3E}">
        <p14:creationId xmlns:p14="http://schemas.microsoft.com/office/powerpoint/2010/main" val="11535781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51BB7F-C1C6-9E4C-A357-BBFE6692B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658317"/>
            <a:ext cx="9601200" cy="805375"/>
          </a:xfrm>
        </p:spPr>
        <p:txBody>
          <a:bodyPr>
            <a:normAutofit/>
          </a:bodyPr>
          <a:lstStyle/>
          <a:p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Experiência Prática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448EF70-08A5-A2C6-A14A-21B40F70C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623060"/>
            <a:ext cx="9601200" cy="43082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Pipeline de Análise de Dados</a:t>
            </a:r>
            <a:b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t-BR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9334114-F581-D4AA-28EE-A4C7B74B3EF8}"/>
              </a:ext>
            </a:extLst>
          </p:cNvPr>
          <p:cNvSpPr txBox="1"/>
          <p:nvPr/>
        </p:nvSpPr>
        <p:spPr>
          <a:xfrm>
            <a:off x="2528082" y="2372618"/>
            <a:ext cx="713583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Banco de Dados PostgreSQL</a:t>
            </a:r>
          </a:p>
          <a:p>
            <a:pPr marL="0" indent="0" algn="ctr">
              <a:buNone/>
            </a:pP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Extração de dados</a:t>
            </a:r>
          </a:p>
          <a:p>
            <a:pPr marL="0" indent="0" algn="ctr">
              <a:buNone/>
            </a:pP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Tratamento e exploração no Google Colab</a:t>
            </a:r>
          </a:p>
          <a:p>
            <a:pPr marL="0" indent="0" algn="ctr">
              <a:buNone/>
            </a:pP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↓</a:t>
            </a:r>
          </a:p>
          <a:p>
            <a:pPr algn="ctr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Limpeza e análise com Pandas no VS Code</a:t>
            </a:r>
          </a:p>
          <a:p>
            <a:pPr marL="0" indent="0" algn="ctr">
              <a:buNone/>
            </a:pP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↓</a:t>
            </a:r>
          </a:p>
          <a:p>
            <a:pPr algn="ctr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Visualização e geração de insights de negócio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BD3DBB7-0FB8-6CA8-E5B3-85B7780C9DD8}"/>
              </a:ext>
            </a:extLst>
          </p:cNvPr>
          <p:cNvSpPr txBox="1"/>
          <p:nvPr/>
        </p:nvSpPr>
        <p:spPr>
          <a:xfrm>
            <a:off x="1329397" y="5553675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Projeto desenvolvido para simular um cenário real de análise de dados de vendas, utilizando SQL e Python para transformar dados operacionais em insights de negócio.</a:t>
            </a:r>
          </a:p>
        </p:txBody>
      </p:sp>
    </p:spTree>
    <p:extLst>
      <p:ext uri="{BB962C8B-B14F-4D97-AF65-F5344CB8AC3E}">
        <p14:creationId xmlns:p14="http://schemas.microsoft.com/office/powerpoint/2010/main" val="5324820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5CA0F-930B-7327-E717-6ED5FCDFA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276C2F-CF5D-F063-6DB8-4CA70232C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03849"/>
          </a:xfrm>
        </p:spPr>
        <p:txBody>
          <a:bodyPr>
            <a:normAutofit/>
          </a:bodyPr>
          <a:lstStyle/>
          <a:p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Etapas do projeto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D79DC60-6382-333D-3951-3C450236AA4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65982" y="2017216"/>
            <a:ext cx="11019692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pt-BR" altLang="pt-BR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Extração de dados de um banco </a:t>
            </a: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PostgreSQL</a:t>
            </a:r>
            <a:b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pt-BR" altLang="pt-BR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pt-BR" altLang="pt-BR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Exploração inicial e testes de análise no </a:t>
            </a: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Google Colab</a:t>
            </a:r>
            <a:b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pt-BR" altLang="pt-BR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pt-BR" altLang="pt-BR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Tratamento e limpeza de dados com </a:t>
            </a: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Pandas</a:t>
            </a:r>
            <a:b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pt-BR" altLang="pt-BR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pt-BR" altLang="pt-BR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Análise exploratória e cálculo de métricas de faturamento</a:t>
            </a:r>
            <a:br>
              <a:rPr kumimoji="0" lang="pt-BR" altLang="pt-BR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pt-BR" altLang="pt-BR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pt-BR" altLang="pt-BR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Criação de visualizações com </a:t>
            </a: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Matplotlib</a:t>
            </a:r>
            <a:b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pt-BR" altLang="pt-BR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pt-BR" altLang="pt-BR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Organização final da análise no </a:t>
            </a: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VS Code</a:t>
            </a:r>
          </a:p>
        </p:txBody>
      </p:sp>
    </p:spTree>
    <p:extLst>
      <p:ext uri="{BB962C8B-B14F-4D97-AF65-F5344CB8AC3E}">
        <p14:creationId xmlns:p14="http://schemas.microsoft.com/office/powerpoint/2010/main" val="27970073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CDE38-0ACA-4C47-9BC1-FFAF8512B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72E83D-2BD4-4ED2-10A1-739AB8CCE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685800"/>
            <a:ext cx="9601200" cy="636563"/>
          </a:xfrm>
        </p:spPr>
        <p:txBody>
          <a:bodyPr>
            <a:normAutofit/>
          </a:bodyPr>
          <a:lstStyle/>
          <a:p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Resultados da análise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59D00A8-83F8-7465-8FC1-27A75A72704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00332" y="2459504"/>
            <a:ext cx="11291668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sz="2400" dirty="0">
                <a:solidFill>
                  <a:schemeClr val="tx1"/>
                </a:solidFill>
                <a:latin typeface="Arial" panose="020B0604020202020204" pitchFamily="34" charset="0"/>
              </a:rPr>
              <a:t>Identificação do faturamento total e evolução mensal</a:t>
            </a:r>
            <a:br>
              <a:rPr lang="pt-BR" altLang="pt-BR" sz="24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endParaRPr lang="pt-BR" altLang="pt-BR" sz="24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sz="2400" dirty="0">
                <a:solidFill>
                  <a:schemeClr val="tx1"/>
                </a:solidFill>
                <a:latin typeface="Arial" panose="020B0604020202020204" pitchFamily="34" charset="0"/>
              </a:rPr>
              <a:t>Comparação de desempenho entre canais de venda</a:t>
            </a:r>
            <a:br>
              <a:rPr lang="pt-BR" altLang="pt-BR" sz="24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endParaRPr lang="pt-BR" altLang="pt-BR" sz="24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sz="2400" dirty="0">
                <a:solidFill>
                  <a:schemeClr val="tx1"/>
                </a:solidFill>
                <a:latin typeface="Arial" panose="020B0604020202020204" pitchFamily="34" charset="0"/>
              </a:rPr>
              <a:t>Identificação de padrões de receita e possíveis sazonalidades</a:t>
            </a:r>
          </a:p>
        </p:txBody>
      </p:sp>
    </p:spTree>
    <p:extLst>
      <p:ext uri="{BB962C8B-B14F-4D97-AF65-F5344CB8AC3E}">
        <p14:creationId xmlns:p14="http://schemas.microsoft.com/office/powerpoint/2010/main" val="17233857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665F8D-3B9F-6D0C-9973-6847E2E5C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8050" y="546992"/>
            <a:ext cx="9601200" cy="780143"/>
          </a:xfrm>
        </p:spPr>
        <p:txBody>
          <a:bodyPr>
            <a:normAutofit/>
          </a:bodyPr>
          <a:lstStyle/>
          <a:p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Tratamento e preparação de dados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22D795B-6E8C-6C5D-A61C-C3118C1B7C6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03340" y="2090172"/>
            <a:ext cx="9464549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Conversão de tipos de dados (datetime)</a:t>
            </a:r>
            <a:b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pt-BR" altLang="pt-B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Validação e organização das colunas</a:t>
            </a:r>
            <a:b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pt-BR" altLang="pt-B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Estruturação para análise temporal</a:t>
            </a:r>
            <a:b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pt-BR" altLang="pt-B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Preparação para análise por canal e faturamento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CC7FAC1-3FF4-F3DF-7745-C98A12E4C180}"/>
              </a:ext>
            </a:extLst>
          </p:cNvPr>
          <p:cNvSpPr txBox="1"/>
          <p:nvPr/>
        </p:nvSpPr>
        <p:spPr>
          <a:xfrm>
            <a:off x="1899203" y="5849343"/>
            <a:ext cx="97722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Garantia de consistência e qualidade dos dados antes da análise.</a:t>
            </a:r>
          </a:p>
        </p:txBody>
      </p:sp>
    </p:spTree>
    <p:extLst>
      <p:ext uri="{BB962C8B-B14F-4D97-AF65-F5344CB8AC3E}">
        <p14:creationId xmlns:p14="http://schemas.microsoft.com/office/powerpoint/2010/main" val="16275342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FF116A-7635-3D75-109B-718197F32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3255" y="555844"/>
            <a:ext cx="9601200" cy="736600"/>
          </a:xfrm>
        </p:spPr>
        <p:txBody>
          <a:bodyPr>
            <a:normAutofit/>
          </a:bodyPr>
          <a:lstStyle/>
          <a:p>
            <a:r>
              <a:rPr lang="pt-BR" sz="3200" dirty="0"/>
              <a:t>Análise Exploratória de Dados (EDA)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68B662F1-6472-DDF9-4BF1-45D5A112623C}"/>
              </a:ext>
            </a:extLst>
          </p:cNvPr>
          <p:cNvSpPr txBox="1"/>
          <p:nvPr/>
        </p:nvSpPr>
        <p:spPr>
          <a:xfrm>
            <a:off x="1023255" y="1874728"/>
            <a:ext cx="972407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sz="2400" dirty="0"/>
              <a:t>Cálculo de faturamento total</a:t>
            </a:r>
            <a:br>
              <a:rPr lang="pt-BR" sz="2400" dirty="0"/>
            </a:br>
            <a:endParaRPr lang="pt-BR" sz="2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sz="2400" dirty="0"/>
              <a:t>Receita por canal de vendas</a:t>
            </a:r>
            <a:br>
              <a:rPr lang="pt-BR" sz="2400" dirty="0"/>
            </a:br>
            <a:endParaRPr lang="pt-BR" sz="2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sz="2400" dirty="0"/>
              <a:t>Evolução da receita ao longo do tempo</a:t>
            </a:r>
            <a:br>
              <a:rPr lang="pt-BR" sz="2400" dirty="0"/>
            </a:br>
            <a:endParaRPr lang="pt-BR" sz="2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sz="2400" dirty="0"/>
              <a:t>Quantidade de vendas por canal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F272519A-5A4E-4E71-2A07-28C52CE1BE38}"/>
              </a:ext>
            </a:extLst>
          </p:cNvPr>
          <p:cNvSpPr txBox="1"/>
          <p:nvPr/>
        </p:nvSpPr>
        <p:spPr>
          <a:xfrm>
            <a:off x="1708815" y="5840491"/>
            <a:ext cx="9381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Identificação de padrões de vendas e desempenho dos canais.</a:t>
            </a:r>
          </a:p>
        </p:txBody>
      </p:sp>
    </p:spTree>
    <p:extLst>
      <p:ext uri="{BB962C8B-B14F-4D97-AF65-F5344CB8AC3E}">
        <p14:creationId xmlns:p14="http://schemas.microsoft.com/office/powerpoint/2010/main" val="2600723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647E377-39D0-6199-0C5D-6BC5724815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536" y="1190338"/>
            <a:ext cx="4975278" cy="279947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AC1DF08A-568A-1F21-EA6A-78A88AEED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0817" y="1190338"/>
            <a:ext cx="4975278" cy="279947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F08D1A36-7656-7380-8CD0-AC4ED45965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8045" y="4058530"/>
            <a:ext cx="4975278" cy="2693963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56299EF8-A746-F829-6749-0E85B241149A}"/>
              </a:ext>
            </a:extLst>
          </p:cNvPr>
          <p:cNvSpPr txBox="1"/>
          <p:nvPr/>
        </p:nvSpPr>
        <p:spPr>
          <a:xfrm>
            <a:off x="1081536" y="253218"/>
            <a:ext cx="100319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Análise Visual do Desempenho de Vendas</a:t>
            </a:r>
          </a:p>
        </p:txBody>
      </p:sp>
    </p:spTree>
    <p:extLst>
      <p:ext uri="{BB962C8B-B14F-4D97-AF65-F5344CB8AC3E}">
        <p14:creationId xmlns:p14="http://schemas.microsoft.com/office/powerpoint/2010/main" val="2012411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8518B7-A221-CE8C-8E31-CEE3B6D33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17917"/>
          </a:xfrm>
        </p:spPr>
        <p:txBody>
          <a:bodyPr>
            <a:normAutofit/>
          </a:bodyPr>
          <a:lstStyle/>
          <a:p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Insights de Negócio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B7B00A4-EBDB-B0AB-34D9-2CC6C8C75F5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21433" y="1720841"/>
            <a:ext cx="10979833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Marketplace lidera o faturamento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representando a maior parte da receita.</a:t>
            </a:r>
            <a:b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pt-BR" altLang="pt-B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Site apresenta forte participação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consolidando-se como segundo canal.</a:t>
            </a:r>
            <a:b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pt-BR" altLang="pt-B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Loja física possui menor volume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indicando oportunidade de expansão digital.</a:t>
            </a:r>
            <a:b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pt-BR" altLang="pt-B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Picos de faturamento em setembro e novembro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sugerindo possível sazonalidade.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66F4D1E-7E91-3D9A-AED9-B9AC8473FB5B}"/>
              </a:ext>
            </a:extLst>
          </p:cNvPr>
          <p:cNvSpPr txBox="1"/>
          <p:nvPr/>
        </p:nvSpPr>
        <p:spPr>
          <a:xfrm>
            <a:off x="1357532" y="5572035"/>
            <a:ext cx="105296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A análise demonstra como dados estruturados podem orientar decisões comerciais e estratégias de crescimento.</a:t>
            </a:r>
          </a:p>
        </p:txBody>
      </p:sp>
    </p:spTree>
    <p:extLst>
      <p:ext uri="{BB962C8B-B14F-4D97-AF65-F5344CB8AC3E}">
        <p14:creationId xmlns:p14="http://schemas.microsoft.com/office/powerpoint/2010/main" val="179670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4E641E-BCAF-C981-2CF1-6784B87C7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2919046" cy="763172"/>
          </a:xfrm>
        </p:spPr>
        <p:txBody>
          <a:bodyPr>
            <a:noAutofit/>
          </a:bodyPr>
          <a:lstStyle/>
          <a:p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Conclusão</a:t>
            </a:r>
            <a:endParaRPr lang="pt-BR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1E2BE94-26CB-24DC-5EB2-0ABE8E5E8D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046849"/>
            <a:ext cx="9601200" cy="28768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O projeto demonstra na prática o processo completo de análise de dados: da estruturação no banco relacional à geração de insights de negócio com Python.</a:t>
            </a:r>
            <a:b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t-BR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A análise permitiu transformar dados de vendas em indicadores claros de desempenho, auxiliando na identificação de oportunidades de crescimento e melhoria operacional.</a:t>
            </a:r>
          </a:p>
        </p:txBody>
      </p:sp>
    </p:spTree>
    <p:extLst>
      <p:ext uri="{BB962C8B-B14F-4D97-AF65-F5344CB8AC3E}">
        <p14:creationId xmlns:p14="http://schemas.microsoft.com/office/powerpoint/2010/main" val="3961953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0B0719-7159-CC9B-CE3E-E93A2D371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890" y="348175"/>
            <a:ext cx="9601200" cy="664698"/>
          </a:xfrm>
        </p:spPr>
        <p:txBody>
          <a:bodyPr>
            <a:normAutofit/>
          </a:bodyPr>
          <a:lstStyle/>
          <a:p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Stack Técnica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FE923D5-0D8F-E8EE-67EF-BF26D71D5D4B}"/>
              </a:ext>
            </a:extLst>
          </p:cNvPr>
          <p:cNvSpPr txBox="1"/>
          <p:nvPr/>
        </p:nvSpPr>
        <p:spPr>
          <a:xfrm>
            <a:off x="860473" y="1667106"/>
            <a:ext cx="61968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Banco de Dados: </a:t>
            </a: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PostgreSQL, MySQL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416CFDC-1181-E3D9-6064-EFA27F3D0DA7}"/>
              </a:ext>
            </a:extLst>
          </p:cNvPr>
          <p:cNvSpPr txBox="1"/>
          <p:nvPr/>
        </p:nvSpPr>
        <p:spPr>
          <a:xfrm>
            <a:off x="860473" y="2519179"/>
            <a:ext cx="86211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Análise de Dados: </a:t>
            </a: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Python, Pandas, Matplotlib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6285214-8F9F-11DD-3DE9-752B285D914E}"/>
              </a:ext>
            </a:extLst>
          </p:cNvPr>
          <p:cNvSpPr txBox="1"/>
          <p:nvPr/>
        </p:nvSpPr>
        <p:spPr>
          <a:xfrm>
            <a:off x="860473" y="4592711"/>
            <a:ext cx="88139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Ferramentas: </a:t>
            </a: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Google Colab, VS Code, Excel, Power BI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19004A9D-761F-16EF-C456-45CA8C0ED122}"/>
              </a:ext>
            </a:extLst>
          </p:cNvPr>
          <p:cNvSpPr txBox="1"/>
          <p:nvPr/>
        </p:nvSpPr>
        <p:spPr>
          <a:xfrm>
            <a:off x="822960" y="3371279"/>
            <a:ext cx="100050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2400" b="1" dirty="0">
                <a:latin typeface="Arial" panose="020B0604020202020204" pitchFamily="34" charset="0"/>
                <a:cs typeface="Arial" panose="020B0604020202020204" pitchFamily="34" charset="0"/>
              </a:rPr>
              <a:t>Conceitos: </a:t>
            </a: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SQL Joins, Group By e funções de agregação, Análise exploratória de dados, Modelagem relacional</a:t>
            </a:r>
          </a:p>
        </p:txBody>
      </p:sp>
    </p:spTree>
    <p:extLst>
      <p:ext uri="{BB962C8B-B14F-4D97-AF65-F5344CB8AC3E}">
        <p14:creationId xmlns:p14="http://schemas.microsoft.com/office/powerpoint/2010/main" val="12628502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D67465-BC1E-60D8-61D1-E6C68FD39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2201594" cy="692834"/>
          </a:xfrm>
        </p:spPr>
        <p:txBody>
          <a:bodyPr>
            <a:normAutofit/>
          </a:bodyPr>
          <a:lstStyle/>
          <a:p>
            <a:r>
              <a:rPr lang="pt-BR" sz="4000" dirty="0">
                <a:latin typeface="Arial" panose="020B0604020202020204" pitchFamily="34" charset="0"/>
                <a:cs typeface="Arial" panose="020B0604020202020204" pitchFamily="34" charset="0"/>
              </a:rPr>
              <a:t>Contato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C92F03-D970-A16F-2BF4-FF753C58D0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053883"/>
            <a:ext cx="5859194" cy="3813517"/>
          </a:xfrm>
        </p:spPr>
        <p:txBody>
          <a:bodyPr/>
          <a:lstStyle/>
          <a:p>
            <a:pPr marL="0" indent="0">
              <a:buNone/>
            </a:pPr>
            <a: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  <a:t>E-mail</a:t>
            </a:r>
          </a:p>
          <a:p>
            <a:pPr marL="0" indent="0">
              <a:buNone/>
            </a:pP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halina.oliveira2021@gmail.com</a:t>
            </a:r>
            <a:endParaRPr lang="pt-B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  <a:t>Celular</a:t>
            </a:r>
          </a:p>
          <a:p>
            <a:pPr marL="0" indent="0">
              <a:buNone/>
            </a:pP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(34)99803-6421</a:t>
            </a:r>
          </a:p>
          <a:p>
            <a:pPr marL="0" indent="0">
              <a:buNone/>
            </a:pPr>
            <a: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  <a:t>Linkedin</a:t>
            </a:r>
          </a:p>
          <a:p>
            <a:pPr marL="0" indent="0">
              <a:buNone/>
            </a:pP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www.linkedin.com/in/halina-oliveira</a:t>
            </a:r>
            <a:endParaRPr lang="pt-B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</a:p>
          <a:p>
            <a:pPr marL="0" indent="0">
              <a:buNone/>
            </a:pP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github.com/Halina23</a:t>
            </a:r>
            <a:endParaRPr lang="pt-BR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471E820-F163-BAC1-666E-D8F0B97662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6842" y="1378634"/>
            <a:ext cx="3750869" cy="5166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081706"/>
      </p:ext>
    </p:extLst>
  </p:cSld>
  <p:clrMapOvr>
    <a:masterClrMapping/>
  </p:clrMapOvr>
</p:sld>
</file>

<file path=ppt/theme/theme1.xml><?xml version="1.0" encoding="utf-8"?>
<a:theme xmlns:a="http://schemas.openxmlformats.org/drawingml/2006/main" name="Cortar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{22A41757-F59C-430D-9553-9C8F817092E1}TFc3084226-2d0c-440f-9f46-6b48c7a7f6702f1ae8ee-a396ae1b098f</Template>
  <TotalTime>1671</TotalTime>
  <Words>598</Words>
  <Application>Microsoft Office PowerPoint</Application>
  <PresentationFormat>Widescreen</PresentationFormat>
  <Paragraphs>79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8" baseType="lpstr">
      <vt:lpstr>Arial</vt:lpstr>
      <vt:lpstr>Franklin Gothic Book</vt:lpstr>
      <vt:lpstr>Wingdings</vt:lpstr>
      <vt:lpstr>Cortar</vt:lpstr>
      <vt:lpstr>Halina Oliveira</vt:lpstr>
      <vt:lpstr>Estudante de Banco de Dados com foco em análise de dados e SQL. Desenvolvo projetos próprios utilizando PostgreSQL, Python e ferramentas de análise para explorar dados de vendas, identificar padrões e gerar insights de negócio.</vt:lpstr>
      <vt:lpstr>Educação</vt:lpstr>
      <vt:lpstr>Hard Skills</vt:lpstr>
      <vt:lpstr>Experiência Prática</vt:lpstr>
      <vt:lpstr>Etapas do projeto</vt:lpstr>
      <vt:lpstr>Resultados da análise</vt:lpstr>
      <vt:lpstr>Tratamento e preparação de dados</vt:lpstr>
      <vt:lpstr>Análise Exploratória de Dados (EDA)</vt:lpstr>
      <vt:lpstr>Apresentação do PowerPoint</vt:lpstr>
      <vt:lpstr>Insights de Negócio</vt:lpstr>
      <vt:lpstr>Conclusão</vt:lpstr>
      <vt:lpstr>Stack Técnica</vt:lpstr>
      <vt:lpstr>Contato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Halina Oliveira</dc:creator>
  <cp:lastModifiedBy>Halina Oliveira</cp:lastModifiedBy>
  <cp:revision>13</cp:revision>
  <dcterms:created xsi:type="dcterms:W3CDTF">2026-01-22T15:25:42Z</dcterms:created>
  <dcterms:modified xsi:type="dcterms:W3CDTF">2026-03-12T18:09:31Z</dcterms:modified>
</cp:coreProperties>
</file>